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9728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海康摄像头气密检测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B4D8"/>
                </a:solidFill>
              </a:rPr>
              <a:t>RoboOS × Fourier GR2 双臂人形机器人  原子技能适配方案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023360"/>
            <a:ext cx="310896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05079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3159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Fourier GR2（双臂 · 五指灵巧手）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023360"/>
            <a:ext cx="310896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05079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原子技能数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3159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20 项 / 7 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4023360"/>
            <a:ext cx="3108960" cy="731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05079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任务步骤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3159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9 步全流程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RoboOS Adaptation  ·  Hikvision Camera Airtightness Inspection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RoboOS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Brain-Cerebellum 两级控制架构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749039" cy="53035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49039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🧠  Master（大脑）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全局任务规划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LLM 任务分解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9步有序子任务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94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Redis 任务分发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80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机器人状态监控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143000"/>
            <a:ext cx="3749039" cy="53035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143000"/>
            <a:ext cx="3749039" cy="4572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161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⚡  Redis 通信层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737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roboos_to_gr2_robot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423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{robot}_to_RoboOS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108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Pub/Sub 消息队列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794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场景状态共享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480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心跳 &amp; 结果上报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143000"/>
            <a:ext cx="3749039" cy="5303520"/>
          </a:xfrm>
          <a:prstGeom prst="rect">
            <a:avLst/>
          </a:prstGeom>
          <a:solidFill>
            <a:srgbClr val="0A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143000"/>
            <a:ext cx="3749039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1612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🤖  Slaver（小脑）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737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接收子任务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4231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ToolMatcher 语义匹配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108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ToolCallingAgent ReAct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794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MCP 工具调用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480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SceneMemory 场景更新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7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底层 LLM：RoboBrain2.0-7B  via vLLM  ·  MCP 工具协议  ·  FastMCP stdio / HTTP 双模式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九步作业流程总览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海康摄像头气密检测 — 完整操作序列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49039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411480" cy="15727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取摄像头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从周转盒(In)取出摄像头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43000"/>
            <a:ext cx="3749039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143000"/>
            <a:ext cx="411480" cy="15727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188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2344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摘镜头帽+检查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16459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右手摘帽 → 目视检查镜头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143000"/>
            <a:ext cx="3749039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143000"/>
            <a:ext cx="411480" cy="15727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1188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799" y="123444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扫描二维码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799" y="164592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转向扫码器 → 完成扫码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80360"/>
            <a:ext cx="3749039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880360"/>
            <a:ext cx="411480" cy="15727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9260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9718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放入工装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3832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镜头朝上放入检测台槽位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2880360"/>
            <a:ext cx="3749039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2880360"/>
            <a:ext cx="411480" cy="15727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79" y="29260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29718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启动检测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79" y="33832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双指同时按绿色按钮 → 等待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880360"/>
            <a:ext cx="3749039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880360"/>
            <a:ext cx="411480" cy="15727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9" y="29260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799" y="29718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取出+复检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799" y="338328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右手取出摄像头 → 再次目检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617720"/>
            <a:ext cx="3749039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4617720"/>
            <a:ext cx="411480" cy="15727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6634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7091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盖镜头帽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1206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左手取帽 → 盖回镜头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51959" y="4617720"/>
            <a:ext cx="3749039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959" y="4617720"/>
            <a:ext cx="411480" cy="15727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79" y="46634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47091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码放入盒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79" y="51206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镜头朝下 → 放入输出周转盒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79" y="4617720"/>
            <a:ext cx="3749039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83879" y="4617720"/>
            <a:ext cx="411480" cy="15727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599" y="46634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799" y="470916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查看结果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799" y="51206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转身读取电脑屏幕气密结果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原子技能库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20 项原子技能 × 7 类  —  可复用组件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834640" cy="2487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8346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795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  感知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32004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5448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visual_localize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007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视觉定位目标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75688"/>
            <a:ext cx="32004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0756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0756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visual_inspect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2219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镜头外观检测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96895"/>
            <a:ext cx="32004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596895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596895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qr_code_recognize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74319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二维码识别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18104"/>
            <a:ext cx="32004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118104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P4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1181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read_screen_result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2644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读取检测结果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1143000"/>
            <a:ext cx="2834640" cy="2487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6120" y="1143000"/>
            <a:ext cx="283464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9272" y="11795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  运动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1554480"/>
            <a:ext cx="320040" cy="2926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155448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M1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8" y="155448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move_to_position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17007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单臂/双臂移位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2075688"/>
            <a:ext cx="320040" cy="2926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20756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M2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21608" y="20756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bimanual_sync_move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21608" y="22219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双臂同步运动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2596895"/>
            <a:ext cx="320040" cy="2926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2596895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M3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21608" y="2596895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set_orientation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21608" y="274319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姿态旋转控制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37560" y="3118104"/>
            <a:ext cx="320040" cy="2926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37560" y="3118104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M4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21608" y="31181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plan_path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21608" y="32644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无碰撞路径规划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1143000"/>
            <a:ext cx="2834640" cy="2487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1143000"/>
            <a:ext cx="2834640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1072" y="11795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G  抓取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1554480"/>
            <a:ext cx="320040" cy="2926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155448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G1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93408" y="155448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open_hand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93408" y="17007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五指张开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2075688"/>
            <a:ext cx="320040" cy="2926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20756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G2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93408" y="20756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precision_pinch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3408" y="22219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双指精确抓取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2596895"/>
            <a:ext cx="320040" cy="2926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2596895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G3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93408" y="2596895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force_controlled_grasp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93408" y="274319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力控抓取 0.5-2N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3118104"/>
            <a:ext cx="320040" cy="2926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3118104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G4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93408" y="31181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lift_object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93408" y="32644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抬起物体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89720" y="1143000"/>
            <a:ext cx="2834640" cy="2487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189720" y="1143000"/>
            <a:ext cx="2834640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62872" y="11795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O  操作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81160" y="1554480"/>
            <a:ext cx="320040" cy="2926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81160" y="155448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O1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65208" y="155448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place_object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65208" y="17007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放置物体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81160" y="2075688"/>
            <a:ext cx="320040" cy="2926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81160" y="20756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O2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65208" y="2075688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press_dual_buttons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65208" y="22219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双按钮同步按压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81160" y="2596895"/>
            <a:ext cx="320040" cy="2926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81160" y="2596895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O3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65208" y="2596895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lens_cap_operation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65208" y="274319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镜头帽插拔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81160" y="3118104"/>
            <a:ext cx="320040" cy="2926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81160" y="3118104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O4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65208" y="3118104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fine_align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65208" y="32644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精对准 ±0.3mm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3794760"/>
            <a:ext cx="2834640" cy="8961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4320" y="3794760"/>
            <a:ext cx="2834640" cy="347472"/>
          </a:xfrm>
          <a:prstGeom prst="rect">
            <a:avLst/>
          </a:prstGeom>
          <a:solidFill>
            <a:srgbClr val="C7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7472" y="38313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  协作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4206240"/>
            <a:ext cx="320040" cy="292608"/>
          </a:xfrm>
          <a:prstGeom prst="rect">
            <a:avLst/>
          </a:prstGeom>
          <a:solidFill>
            <a:srgbClr val="C7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760" y="420624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C1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808" y="4206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777FF"/>
                </a:solidFill>
              </a:rPr>
              <a:t>hand_transfer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9808" y="43525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双手传递物体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46120" y="3794760"/>
            <a:ext cx="2834640" cy="89611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46120" y="3794760"/>
            <a:ext cx="2834640" cy="347472"/>
          </a:xfrm>
          <a:prstGeom prst="rect">
            <a:avLst/>
          </a:prstGeom>
          <a:solidFill>
            <a:srgbClr val="F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19272" y="38313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I  交互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37560" y="4206240"/>
            <a:ext cx="320040" cy="292608"/>
          </a:xfrm>
          <a:prstGeom prst="rect">
            <a:avLst/>
          </a:prstGeom>
          <a:solidFill>
            <a:srgbClr val="F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337560" y="420624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</a:rPr>
              <a:t>I1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21608" y="4206240"/>
            <a:ext cx="1417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7A8"/>
                </a:solidFill>
              </a:rPr>
              <a:t>wait_for_signal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21608" y="43525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等待外部信号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步骤 1  ·  取摄像头产品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技能序列：P1 → M4 → M1 → G1 → G2 → G3 → G4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工人（机器人）左手从周转盒内双指拿取摄像头产品，镜头帽朝上。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1801367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visual_localize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定位摄像头在周转盒中的位置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2535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65960" y="1874519"/>
            <a:ext cx="1801367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2082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0824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plan_path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0824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规划无碰撞路径至抓取点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5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11880" y="1874519"/>
            <a:ext cx="1801367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6744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move_to_position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6744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左臂移动到抓取点上方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5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57800" y="1874519"/>
            <a:ext cx="1801367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1266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G1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12664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open_hand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2664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张开左手五指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0295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03720" y="1874519"/>
            <a:ext cx="1801367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5858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G2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8584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precision_pinch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58584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双指精确定位摄像头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5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49640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49640" y="1874519"/>
            <a:ext cx="1801367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450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G3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04504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force_controlled_grasp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04504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力控抓取 1N（避免损伤）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32135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95560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95560" y="1874519"/>
            <a:ext cx="1801367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5042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G4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50424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lift_object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50424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抬起摄像头离开周转盒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315968"/>
            <a:ext cx="11612880" cy="3200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4325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⚙  设计要点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4681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 抓取力 0.5–2N，避免损伤镜头    ·  P1 视觉伺服补偿位置误差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257800"/>
            <a:ext cx="11612880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完整技能调用序列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5623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P1 → M4 → M1 → G1 → G2 → G3 → G4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步骤 2  ·  摘掉镜头帽，检查产品外观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技能序列：C1 → P1 → M1 → G2 → O3 → O1 → M3 → P2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右手从摄像头上摘掉镜头帽，放置在气密检测台指定区域；目视检查镜头是否受损。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1801367" cy="320040"/>
          </a:xfrm>
          <a:prstGeom prst="rect">
            <a:avLst/>
          </a:prstGeom>
          <a:solidFill>
            <a:srgbClr val="C7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777FF"/>
                </a:solidFill>
              </a:rPr>
              <a:t>hand_transfer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左→右手传递摄像头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2535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60219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0219" y="1874519"/>
            <a:ext cx="1801367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5083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5083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visual_localize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15083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定位镜头帽位置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2714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1874519"/>
            <a:ext cx="1801367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26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5264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move_to_position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5264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左手移向镜头帽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2895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0579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0579" y="1874519"/>
            <a:ext cx="1801367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5443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G2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5443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precision_pinch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5443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双指捏住镜头帽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3074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59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80759" y="1874519"/>
            <a:ext cx="1801367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35623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O3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35623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lens_cap_operation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5623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pull：拔出镜头帽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3254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0940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20940" y="1874519"/>
            <a:ext cx="1801367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7580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O1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75804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place_object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75804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将镜头帽放至 lens_cap_area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03435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19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61119" y="1874519"/>
            <a:ext cx="1801367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15983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3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set_orientation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5983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转摄像头镜头朝向人眼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43614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01300" y="1874519"/>
            <a:ext cx="1801367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401300" y="1874519"/>
            <a:ext cx="1801367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5616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56164" y="2258567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visual_inspect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56164" y="2651759"/>
            <a:ext cx="170992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目视检测镜头有无划伤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315968"/>
            <a:ext cx="11612880" cy="3200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325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⚙  设计要点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4681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 镜头帽放置区域固定，避免第七步位置交叉    ·  P2 检测结果写入 SceneMemory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257800"/>
            <a:ext cx="11612880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完整技能调用序列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5623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C1 → P1 → M1 → G2 → O3 → O1 → M3 → P2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步骤 3  ·  扫描产品二维码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技能序列：M2 → M3 → M1 → O4 → P3 → I1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双手转动摄像头，将机身侧面二维码转向扫码器方向，移动到扫码位完成扫码。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1831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1831848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258567"/>
            <a:ext cx="1740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bimanual_sync_move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" y="2651759"/>
            <a:ext cx="1740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双手同步旋转摄像头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301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1874519"/>
            <a:ext cx="1831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40280" y="1874519"/>
            <a:ext cx="1831848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9514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95144" y="2258567"/>
            <a:ext cx="1740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set_orientation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5144" y="2651759"/>
            <a:ext cx="1740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二维码面向扫码器方向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325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1874519"/>
            <a:ext cx="1831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20" y="1874519"/>
            <a:ext cx="1831848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1538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5384" y="2258567"/>
            <a:ext cx="1740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move_to_position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5384" y="2651759"/>
            <a:ext cx="1740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移动至扫码器下方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349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874519"/>
            <a:ext cx="1831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1874519"/>
            <a:ext cx="1831848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O4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5624" y="2258567"/>
            <a:ext cx="1740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fine_align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5624" y="2651759"/>
            <a:ext cx="1740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精对准扫码器光束 ±0.3mm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373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1874519"/>
            <a:ext cx="1831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01000" y="1874519"/>
            <a:ext cx="1831848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586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55864" y="2258567"/>
            <a:ext cx="1740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qr_code_recognize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55864" y="2651759"/>
            <a:ext cx="1740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触发扫码器读取二维码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397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40" y="1874519"/>
            <a:ext cx="1831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21240" y="1874519"/>
            <a:ext cx="1831848" cy="320040"/>
          </a:xfrm>
          <a:prstGeom prst="rect">
            <a:avLst/>
          </a:prstGeom>
          <a:solidFill>
            <a:srgbClr val="F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7610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I1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76104" y="2258567"/>
            <a:ext cx="1740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7A8"/>
                </a:solidFill>
              </a:rPr>
              <a:t>wait_for_signal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76104" y="2651759"/>
            <a:ext cx="1740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等待扫码成功信号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315968"/>
            <a:ext cx="11612880" cy="3200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325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⚙  设计要点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4681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 双臂同步时间差 &lt; 100ms    ·  I1 等待扫码成功确认后继续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257800"/>
            <a:ext cx="11612880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完整技能调用序列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5623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M2 → M3 → M1 → O4 → P3 → I1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步骤 4  ·  水平放置于气密检测工装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技能序列：M3 → P1 → M4 → M1 → O4 → O1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转动摄像头使镜头朝正上方，水平放置到工装中间的正方形槽位内。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1831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1831848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258567"/>
            <a:ext cx="1740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set_orientation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" y="2651759"/>
            <a:ext cx="1740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旋转摄像头至镜头朝上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301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1874519"/>
            <a:ext cx="1831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40280" y="1874519"/>
            <a:ext cx="1831848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9514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95144" y="2258567"/>
            <a:ext cx="1740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visual_localize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5144" y="2651759"/>
            <a:ext cx="1740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定位工装槽位精确坐标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325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1874519"/>
            <a:ext cx="1831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20" y="1874519"/>
            <a:ext cx="1831848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1538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5384" y="2258567"/>
            <a:ext cx="1740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plan_path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5384" y="2651759"/>
            <a:ext cx="1740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规划路径避开工装边缘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349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874519"/>
            <a:ext cx="1831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1874519"/>
            <a:ext cx="1831848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5624" y="2258567"/>
            <a:ext cx="1740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move_to_position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5624" y="2651759"/>
            <a:ext cx="1740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移动摄像头至槽位正上方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373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1874519"/>
            <a:ext cx="1831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01000" y="1874519"/>
            <a:ext cx="1831848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586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O4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55864" y="2258567"/>
            <a:ext cx="1740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fine_align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55864" y="2651759"/>
            <a:ext cx="1740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精对准槽位 ±0.3mm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397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40" y="1874519"/>
            <a:ext cx="1831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21240" y="1874519"/>
            <a:ext cx="1831848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7610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O1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76104" y="2258567"/>
            <a:ext cx="1740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place_object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76104" y="2651759"/>
            <a:ext cx="1740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水平放入 fixture_slot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315968"/>
            <a:ext cx="11612880" cy="3200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325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⚙  设计要点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4681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 放置精度 ±0.3mm，防止工装卡死    ·  镜头必须朝正上方（M3 set_orientation='lens_up'）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257800"/>
            <a:ext cx="11612880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完整技能调用序列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5623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M3 → P1 → M4 → M1 → O4 → O1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步骤 5  ·  按下启动按钮，等待气密检测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技能序列：P1 → M2 → O2 → I1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双手食指同时按下检测台最左侧和中间的两个绿色按钮，观察面板等待检测完成。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27843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2784348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258567"/>
            <a:ext cx="26929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visual_localize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" y="2651759"/>
            <a:ext cx="26929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定位两个绿色按钮位置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551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874519"/>
            <a:ext cx="27843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874519"/>
            <a:ext cx="2784348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526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5264" y="2258567"/>
            <a:ext cx="26929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bimanual_sync_move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5264" y="2651759"/>
            <a:ext cx="26929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双臂同步移向两个按钮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587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59" y="1874519"/>
            <a:ext cx="27843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59" y="1874519"/>
            <a:ext cx="2784348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3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O2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3" y="2258567"/>
            <a:ext cx="26929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press_dual_buttons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5623" y="2651759"/>
            <a:ext cx="26929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双食指同时按压（&lt;100ms）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46235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19" y="1874519"/>
            <a:ext cx="27843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19" y="1874519"/>
            <a:ext cx="2784348" cy="320040"/>
          </a:xfrm>
          <a:prstGeom prst="rect">
            <a:avLst/>
          </a:prstGeom>
          <a:solidFill>
            <a:srgbClr val="FF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15983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I1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983" y="2258567"/>
            <a:ext cx="26929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7A8"/>
                </a:solidFill>
              </a:rPr>
              <a:t>wait_for_signal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3" y="2651759"/>
            <a:ext cx="26929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等待 airtightness_test_complete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315968"/>
            <a:ext cx="11612880" cy="3200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325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⚙  设计要点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681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 必须双指同时按下（时间差 &lt; 100ms）    ·  检测时间约 30–60s，I1 timeout_s=120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257800"/>
            <a:ext cx="11612880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完整技能调用序列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623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P1 → M2 → O2 → I1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步骤 6  ·  从工装内取出产品，检查外观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技能序列：M1 → G2 → G4 → M3 → P2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气密检测完成后，右手从工装槽位内取出摄像头，转镜头朝人眼再次目视检查。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2212848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move_to_position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右手伸入工装槽位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328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4328" y="1874519"/>
            <a:ext cx="2212848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9192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G2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precision_pinch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双指抓取摄像头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304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28616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28616" y="1874519"/>
            <a:ext cx="2212848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G4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lift_object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抬起取出摄像头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32904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32904" y="1874519"/>
            <a:ext cx="2212848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7768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8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set_orientation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转镜头朝向人眼方向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37192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37192" y="1874519"/>
            <a:ext cx="2212848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92056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2056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visual_inspect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2056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目检镜头有无损伤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315968"/>
            <a:ext cx="11612880" cy="3200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325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⚙  设计要点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681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 与步骤2复检动作相同，确认检测中无损伤    ·  P2 结果记录至 SceneMemory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257800"/>
            <a:ext cx="11612880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完整技能调用序列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623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M1 → G2 → G4 → M3 → P2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步骤 7  ·  盖上镜头帽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技能序列：P1 → M1 → G2 → O3 → O1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左手从指定区域拿取镜头帽，将镜头帽盖到右手中的摄像头镜头上。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2212848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visual_localize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定位 lens_cap_area 中的镜头帽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328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4328" y="1874519"/>
            <a:ext cx="2212848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9192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move_to_position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左手移动至镜头帽位置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304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28616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28616" y="1874519"/>
            <a:ext cx="2212848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G2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precision_pinch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双指拿取镜头帽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32904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32904" y="1874519"/>
            <a:ext cx="2212848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7768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O3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8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lens_cap_operation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insert：对准镜头插入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37192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37192" y="1874519"/>
            <a:ext cx="2212848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92056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O1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2056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place_object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2056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确认镜头帽盖合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315968"/>
            <a:ext cx="11612880" cy="3200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325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⚙  设计要点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681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 O3 insert 精度 ±0.3mm    ·  与步骤2中放帽位置对应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257800"/>
            <a:ext cx="11612880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完整技能调用序列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623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P1 → M1 → G2 → O3 → O1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步骤 8  ·  整齐放入输出周转盒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技能序列：P1 → M4 → M3 → O4 → O1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右手将摄像头放入右侧输出周转盒，镜头朝下，按从右到左、从上到下顺序排放。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2212848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visual_localize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定位 transferBoxOut 当前空槽位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328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24328" y="1874519"/>
            <a:ext cx="2212848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9192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plan_path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规划路径至目标槽位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304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28616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28616" y="1874519"/>
            <a:ext cx="2212848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set_orientation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旋转摄像头至镜头朝下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32904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32904" y="1874519"/>
            <a:ext cx="2212848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7768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O4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8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fine_align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对准盒内槽位 ±0.3mm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37192" y="1874519"/>
            <a:ext cx="2212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37192" y="1874519"/>
            <a:ext cx="2212848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92056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O1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2056" y="2258567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place_object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2056" y="2651759"/>
            <a:ext cx="2121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放入 transferBoxOut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315968"/>
            <a:ext cx="11612880" cy="3200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325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⚙  设计要点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681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 排列顺序：右→左，上→下    ·  P1 需感知当前已放位置以确定下一空槽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257800"/>
            <a:ext cx="11612880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完整技能调用序列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623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P1 → M4 → M3 → O4 → O1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步骤 9  ·  查看屏幕气密检测结果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技能序列：P1 → P4 → P2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转身查看左侧电脑显示屏上的气密检测结果，确认是否成功。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3736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3736848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258567"/>
            <a:ext cx="3645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visual_localize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" y="2651759"/>
            <a:ext cx="3645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定位屏幕显示区域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801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874519"/>
            <a:ext cx="3736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874519"/>
            <a:ext cx="3736848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1538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5384" y="2258567"/>
            <a:ext cx="3645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read_screen_result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5384" y="2651759"/>
            <a:ext cx="3645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OCR 读取检测结果文字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8496" y="26974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A5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874519"/>
            <a:ext cx="3736848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874519"/>
            <a:ext cx="3736848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55864" y="19019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864" y="2258567"/>
            <a:ext cx="3645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visual_inspect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2651759"/>
            <a:ext cx="36454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判断结果 PASS / FAIL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15968"/>
            <a:ext cx="11612880" cy="3200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325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⚙  设计要点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68172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·  结果写入 SceneMemory inspection_result 字段    ·  如 FAIL 可触发重检流程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257800"/>
            <a:ext cx="11612880" cy="1417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</a:rPr>
              <a:t>完整技能调用序列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623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P1 → P4 → P2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关键设计约束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硬件精度要求与控制参数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9039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49039" cy="914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A500"/>
                </a:solidFill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53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力控精度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0.5 – 2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GR2 灵巧手亚牛顿级力控，避免损伤镜头及镜头帽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3749039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188720"/>
            <a:ext cx="3749039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19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B4D8"/>
                </a:solidFill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1353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对准精度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± 0.3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21945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镜头帽插拔、工装槽位放置、周转盒码放均需达到此重复定位精度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188720"/>
            <a:ext cx="3749039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188720"/>
            <a:ext cx="3749039" cy="914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6D6A0"/>
                </a:solidFill>
              </a:rP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79" y="1353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双臂同步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79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&lt; 100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21945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M2 bimanual_sync_move 及 O2 press_dual_buttons 时间偏差上限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474720"/>
            <a:ext cx="3749039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474720"/>
            <a:ext cx="3749039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39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D166"/>
                </a:solidFill>
              </a:rPr>
              <a:t>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视觉伺服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977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实时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805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所有抓取操作融合 P1 visual_localize 实时补偿位置误差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59" y="3474720"/>
            <a:ext cx="3749039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59" y="3474720"/>
            <a:ext cx="3749039" cy="91440"/>
          </a:xfrm>
          <a:prstGeom prst="rect">
            <a:avLst/>
          </a:prstGeom>
          <a:solidFill>
            <a:srgbClr val="C7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19" y="3639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777FF"/>
                </a:solidFill>
              </a:rPr>
              <a:t>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59" y="3639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777FF"/>
                </a:solidFill>
              </a:rPr>
              <a:t>防碰撞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3977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M4 plan_path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19" y="44805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轨迹规划需考虑检测台、周转盒、扫码器等障碍物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RoboOS 适配文件一览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本次改动的所有文件及其作用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64008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533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新建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188720"/>
            <a:ext cx="1088136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24358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slaver/gr2_robot_local/skill.py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54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20 项原子技能（stdio 本地模式）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39112"/>
            <a:ext cx="64008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20370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新建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039112"/>
            <a:ext cx="1088136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0939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slaver/gr2_robot_remote/skill.py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20 项原子技能（HTTP 远程模式）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89504"/>
            <a:ext cx="64008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05409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修改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889504"/>
            <a:ext cx="1088136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944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master/scene/profile.yaml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25526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场景替换为气密检测工作台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39896"/>
            <a:ext cx="64008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9044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修改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739896"/>
            <a:ext cx="1088136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master/agents/prompts.py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10565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注入 GR2 平台上下文 &amp; 9步参考流程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590288"/>
            <a:ext cx="640080" cy="6858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754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修改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590288"/>
            <a:ext cx="1088136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645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slaver/config.yaml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956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机器人指向 gr2_robot / max_tools=5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440680"/>
            <a:ext cx="640080" cy="6858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56052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修改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440680"/>
            <a:ext cx="1088136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4955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slaver/tools/memory.py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806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新增 none 动作类型（感知/等待类技能）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